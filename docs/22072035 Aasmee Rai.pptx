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75" r:id="rId5"/>
    <p:sldId id="305" r:id="rId6"/>
    <p:sldId id="384" r:id="rId7"/>
    <p:sldId id="273" r:id="rId8"/>
    <p:sldId id="409" r:id="rId9"/>
    <p:sldId id="411" r:id="rId10"/>
    <p:sldId id="412" r:id="rId11"/>
    <p:sldId id="413" r:id="rId12"/>
    <p:sldId id="414" r:id="rId13"/>
    <p:sldId id="415" r:id="rId14"/>
    <p:sldId id="298" r:id="rId15"/>
    <p:sldId id="406" r:id="rId16"/>
    <p:sldId id="303" r:id="rId17"/>
    <p:sldId id="40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993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70D42-670B-4870-82AA-B97802A67A8A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825B1-4209-440B-B126-A619FAB9B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/Ca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52400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38806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E583C8-CCA8-BB4A-B8AA-4ED85B62E67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65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a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676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6/1/2025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6/1/2025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676" r:id="rId6"/>
    <p:sldLayoutId id="2147483675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6" r:id="rId13"/>
    <p:sldLayoutId id="2147483663" r:id="rId14"/>
    <p:sldLayoutId id="2147483683" r:id="rId15"/>
    <p:sldLayoutId id="2147483685" r:id="rId16"/>
    <p:sldLayoutId id="2147483684" r:id="rId17"/>
    <p:sldLayoutId id="2147483680" r:id="rId18"/>
    <p:sldLayoutId id="2147483691" r:id="rId19"/>
    <p:sldLayoutId id="2147483692" r:id="rId20"/>
    <p:sldLayoutId id="2147483693" r:id="rId21"/>
    <p:sldLayoutId id="2147483694" r:id="rId22"/>
    <p:sldLayoutId id="2147483688" r:id="rId23"/>
    <p:sldLayoutId id="2147483687" r:id="rId24"/>
    <p:sldLayoutId id="2147483689" r:id="rId25"/>
    <p:sldLayoutId id="2147483690" r:id="rId26"/>
    <p:sldLayoutId id="2147483695" r:id="rId27"/>
    <p:sldLayoutId id="2147483696" r:id="rId28"/>
    <p:sldLayoutId id="2147483697" r:id="rId29"/>
    <p:sldLayoutId id="2147483698" r:id="rId30"/>
    <p:sldLayoutId id="2147483667" r:id="rId31"/>
    <p:sldLayoutId id="2147483703" r:id="rId32"/>
    <p:sldLayoutId id="2147483704" r:id="rId33"/>
    <p:sldLayoutId id="2147483705" r:id="rId34"/>
    <p:sldLayoutId id="2147483706" r:id="rId35"/>
    <p:sldLayoutId id="2147483700" r:id="rId36"/>
    <p:sldLayoutId id="2147483699" r:id="rId37"/>
    <p:sldLayoutId id="2147483701" r:id="rId38"/>
    <p:sldLayoutId id="2147483702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 descr="Woman on tablet 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32" r="4632"/>
          <a:stretch/>
        </p:blipFill>
        <p:spPr>
          <a:xfrm>
            <a:off x="1134319" y="0"/>
            <a:ext cx="11057681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56462"/>
          </a:xfrm>
        </p:spPr>
        <p:txBody>
          <a:bodyPr/>
          <a:lstStyle/>
          <a:p>
            <a:r>
              <a:rPr lang="en-US" dirty="0"/>
              <a:t>AASMEE RAI</a:t>
            </a:r>
            <a:endParaRPr lang="id-ID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715790"/>
            <a:ext cx="5993423" cy="2387600"/>
          </a:xfrm>
        </p:spPr>
        <p:txBody>
          <a:bodyPr/>
          <a:lstStyle/>
          <a:p>
            <a:r>
              <a:rPr lang="en-US" dirty="0"/>
              <a:t>Career development learning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178B4-CDED-454C-BED2-2E2B10ADA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OF THE COMPANY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E9E228-B02C-3941-B458-23CB2D67B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7"/>
            <a:ext cx="10134371" cy="2695966"/>
          </a:xfrm>
        </p:spPr>
        <p:txBody>
          <a:bodyPr/>
          <a:lstStyle/>
          <a:p>
            <a:r>
              <a:rPr lang="en-US" dirty="0" err="1"/>
              <a:t>SummitX</a:t>
            </a:r>
            <a:r>
              <a:rPr lang="en-US" dirty="0"/>
              <a:t>, a renowned company situated in </a:t>
            </a:r>
            <a:r>
              <a:rPr lang="en-US" dirty="0" err="1"/>
              <a:t>Narephant</a:t>
            </a:r>
            <a:r>
              <a:rPr lang="en-US" dirty="0"/>
              <a:t>, Kathmandu, is conveniently accessible via the main </a:t>
            </a:r>
            <a:r>
              <a:rPr lang="en-US" dirty="0" err="1"/>
              <a:t>Koteshwor</a:t>
            </a:r>
            <a:r>
              <a:rPr lang="en-US" dirty="0"/>
              <a:t> road. With over two decades of experience in the graphic design industry, </a:t>
            </a:r>
            <a:r>
              <a:rPr lang="en-US" dirty="0" err="1"/>
              <a:t>SummitX</a:t>
            </a:r>
            <a:r>
              <a:rPr lang="en-US" dirty="0"/>
              <a:t> has built a solid reputation for delivering high-quality and creative design solutions to international clients. The company is celebrated not only for its cutting-edge design projects but also for its dynamic and collaborative work culture that fosters creativity and growth.</a:t>
            </a:r>
          </a:p>
          <a:p>
            <a:r>
              <a:rPr lang="en-US" dirty="0"/>
              <a:t>During my internship at </a:t>
            </a:r>
            <a:r>
              <a:rPr lang="en-US" dirty="0" err="1"/>
              <a:t>SummitX</a:t>
            </a:r>
            <a:r>
              <a:rPr lang="en-US" dirty="0"/>
              <a:t>, I had the privilege of working alongside seasoned professionals who provided valuable mentorship and guidance. This experience allowed me to gain practical exposure to real-world projects, sharpen my technical and creative skills, and understand the industry's best practices. I also learned the importance of teamwork, communication, and attention to detail—skills that are essential for a successful career in the design and creative industry.</a:t>
            </a:r>
          </a:p>
        </p:txBody>
      </p:sp>
    </p:spTree>
    <p:extLst>
      <p:ext uri="{BB962C8B-B14F-4D97-AF65-F5344CB8AC3E}">
        <p14:creationId xmlns:p14="http://schemas.microsoft.com/office/powerpoint/2010/main" val="262529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5" descr="People reviewing floor plans">
            <a:extLst>
              <a:ext uri="{FF2B5EF4-FFF2-40B4-BE49-F238E27FC236}">
                <a16:creationId xmlns:a16="http://schemas.microsoft.com/office/drawing/2014/main" id="{C4C2D77A-C801-9B4E-B6FB-9402525D5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418492" y="2792566"/>
            <a:ext cx="9689432" cy="3677492"/>
          </a:xfrm>
        </p:spPr>
        <p:txBody>
          <a:bodyPr>
            <a:normAutofit/>
          </a:bodyPr>
          <a:lstStyle/>
          <a:p>
            <a:r>
              <a:rPr lang="en-US" dirty="0"/>
              <a:t>I worked as a Frontend Intern specializing in mobile app development using Flutter</a:t>
            </a:r>
          </a:p>
          <a:p>
            <a:r>
              <a:rPr lang="en-US" dirty="0"/>
              <a:t>Working alongside experienced professionals helped me understand industry standards, agile development practices, and the importance of effective teamwork and communication in delivering high-quality applications.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36" y="255498"/>
            <a:ext cx="4179376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POSITION AND ROLE IN THE COMPANY</a:t>
            </a:r>
          </a:p>
        </p:txBody>
      </p:sp>
    </p:spTree>
    <p:extLst>
      <p:ext uri="{BB962C8B-B14F-4D97-AF65-F5344CB8AC3E}">
        <p14:creationId xmlns:p14="http://schemas.microsoft.com/office/powerpoint/2010/main" val="406786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4179376" cy="1590072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16782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054" y="1213340"/>
            <a:ext cx="5220676" cy="29366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246" y="2549769"/>
            <a:ext cx="6189785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7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Team work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85862"/>
            <a:ext cx="5943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7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TIME MANAGEMENT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/>
          </p:nvPr>
        </p:nvSpPr>
        <p:spPr>
          <a:xfrm>
            <a:off x="1627321" y="1661246"/>
            <a:ext cx="9363064" cy="38461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Time management is important, especially in the context of your internship and frontend development work. Here are some steps that helped me manage time during my internship-</a:t>
            </a:r>
          </a:p>
          <a:p>
            <a:r>
              <a:rPr lang="en-US" sz="2800" dirty="0"/>
              <a:t>Set Clear Daily Goals</a:t>
            </a:r>
          </a:p>
          <a:p>
            <a:r>
              <a:rPr lang="en-US" sz="2800" dirty="0"/>
              <a:t>Allocated Time for Learning and Practice</a:t>
            </a:r>
          </a:p>
          <a:p>
            <a:r>
              <a:rPr lang="en-US" sz="2800" dirty="0"/>
              <a:t>Followed Team Deadlines</a:t>
            </a:r>
          </a:p>
          <a:p>
            <a:r>
              <a:rPr lang="en-US" sz="2800" dirty="0"/>
              <a:t>Broke Down Complex Tasks</a:t>
            </a:r>
          </a:p>
          <a:p>
            <a:r>
              <a:rPr lang="en-US" sz="2800" dirty="0"/>
              <a:t>Asked for Help When Needed</a:t>
            </a:r>
          </a:p>
        </p:txBody>
      </p:sp>
    </p:spTree>
    <p:extLst>
      <p:ext uri="{BB962C8B-B14F-4D97-AF65-F5344CB8AC3E}">
        <p14:creationId xmlns:p14="http://schemas.microsoft.com/office/powerpoint/2010/main" val="1408813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FIGMA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/>
          </p:nvPr>
        </p:nvSpPr>
        <p:spPr>
          <a:xfrm>
            <a:off x="1477852" y="1204047"/>
            <a:ext cx="9363064" cy="8269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/>
              <a:t>Figma</a:t>
            </a:r>
            <a:r>
              <a:rPr lang="en-US" sz="2000" dirty="0"/>
              <a:t> was used to create wireframes, design high-fidelity mockups, develop responsive app layouts, collaborate with the team for feedback, and export assets to support the Flutter frontend development.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793" y="1994029"/>
            <a:ext cx="2272114" cy="4684867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52" y="1994030"/>
            <a:ext cx="2067658" cy="4684867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07" y="1994030"/>
            <a:ext cx="5236870" cy="46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9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/>
          </p:nvPr>
        </p:nvSpPr>
        <p:spPr>
          <a:xfrm>
            <a:off x="1219200" y="1089747"/>
            <a:ext cx="9363064" cy="730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Developed user-friendly and responsive app interfaces using Flutter, implemented UI designs from </a:t>
            </a:r>
            <a:r>
              <a:rPr lang="en-US" sz="2000" dirty="0" err="1"/>
              <a:t>Figma</a:t>
            </a:r>
            <a:r>
              <a:rPr lang="en-US" sz="2000" dirty="0"/>
              <a:t>, integrated APIs, and collaborated closely with the team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20009"/>
            <a:ext cx="9736583" cy="43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9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0"/>
            <a:ext cx="5700346" cy="1590072"/>
          </a:xfrm>
        </p:spPr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/>
          </p:nvPr>
        </p:nvSpPr>
        <p:spPr>
          <a:xfrm>
            <a:off x="1219200" y="1142501"/>
            <a:ext cx="9363064" cy="18205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worked on the backend using Node.js to build and maintain APIs, handle database interactions, implement authentication, and ensure seamless communication between the frontend and server.</a:t>
            </a:r>
          </a:p>
        </p:txBody>
      </p:sp>
    </p:spTree>
    <p:extLst>
      <p:ext uri="{BB962C8B-B14F-4D97-AF65-F5344CB8AC3E}">
        <p14:creationId xmlns:p14="http://schemas.microsoft.com/office/powerpoint/2010/main" val="14542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93AABDC-C3FD-F345-990B-6E2D88310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Challenges Encountered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627321" y="1661246"/>
            <a:ext cx="7645016" cy="3846139"/>
          </a:xfrm>
        </p:spPr>
        <p:txBody>
          <a:bodyPr>
            <a:noAutofit/>
          </a:bodyPr>
          <a:lstStyle/>
          <a:p>
            <a:r>
              <a:rPr lang="en-US" sz="2800" dirty="0"/>
              <a:t>Learning Curve with Flutter Framework</a:t>
            </a:r>
          </a:p>
          <a:p>
            <a:r>
              <a:rPr lang="en-US" sz="2800" dirty="0"/>
              <a:t>State Management Complexities</a:t>
            </a:r>
          </a:p>
          <a:p>
            <a:r>
              <a:rPr lang="en-US" sz="2800" dirty="0"/>
              <a:t>UI Responsiveness Across Devices</a:t>
            </a:r>
          </a:p>
          <a:p>
            <a:r>
              <a:rPr lang="en-US" sz="2800" dirty="0"/>
              <a:t>Debugging and Error Handling</a:t>
            </a:r>
          </a:p>
          <a:p>
            <a:r>
              <a:rPr lang="en-US" sz="2800" dirty="0"/>
              <a:t>UI/UX Design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843284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27" descr="Woman working at office late at night">
            <a:extLst>
              <a:ext uri="{FF2B5EF4-FFF2-40B4-BE49-F238E27FC236}">
                <a16:creationId xmlns:a16="http://schemas.microsoft.com/office/drawing/2014/main" id="{B7E68695-0DB5-1946-B945-66E677B112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692" r="4692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2B178B4-CDED-454C-BED2-2E2B10ADA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 ENJOYED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E9E228-B02C-3941-B458-23CB2D67B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0" y="1507066"/>
            <a:ext cx="9295135" cy="4849283"/>
          </a:xfrm>
        </p:spPr>
        <p:txBody>
          <a:bodyPr>
            <a:normAutofit/>
          </a:bodyPr>
          <a:lstStyle/>
          <a:p>
            <a:r>
              <a:rPr lang="en-US" sz="1800" dirty="0"/>
              <a:t>As a frontend developer during my internship, I truly enjoyed the creative and technical aspects of designing and developing the app using Flutter. I found it exciting to transform design ideas into real, interactive user interfaces that were both functional and visually appealing. Working with Flutter allowed me to build beautiful cross-platform apps with a single codebase, which made the development process efficient and enjoyable. I particularly liked implementing animations, customizing UI components, and ensuring a smooth user experience across different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Bringing Designs to Life: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Creative Freedom: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Collaboration with Designers and Developers: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Seeing the Final Product:</a:t>
            </a:r>
          </a:p>
        </p:txBody>
      </p:sp>
    </p:spTree>
    <p:extLst>
      <p:ext uri="{BB962C8B-B14F-4D97-AF65-F5344CB8AC3E}">
        <p14:creationId xmlns:p14="http://schemas.microsoft.com/office/powerpoint/2010/main" val="3072874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5ECE-2D45-764D-A434-EA4997A38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582" y="504616"/>
            <a:ext cx="5733787" cy="637507"/>
          </a:xfrm>
        </p:spPr>
        <p:txBody>
          <a:bodyPr/>
          <a:lstStyle/>
          <a:p>
            <a:r>
              <a:rPr lang="en-US" dirty="0"/>
              <a:t>Future Career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18F6A-34AE-124E-868D-D500FE500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89960" y="1359023"/>
            <a:ext cx="9680145" cy="4704893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Pursue a career as a Frontend Developer.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improving skills in UI/UX design,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Gain experience by working on larger, real-world projects to strengthen technical and problem-solving 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Stay updated with industry trends and best practices through continuous learning and personal projects.</a:t>
            </a:r>
          </a:p>
        </p:txBody>
      </p:sp>
    </p:spTree>
    <p:extLst>
      <p:ext uri="{BB962C8B-B14F-4D97-AF65-F5344CB8AC3E}">
        <p14:creationId xmlns:p14="http://schemas.microsoft.com/office/powerpoint/2010/main" val="348069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93581" y="2525921"/>
            <a:ext cx="3289100" cy="63750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407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 Template_Modern Clean Sophisticated_01_AS - v6" id="{0AA3A176-5614-4CF7-97C7-387B0FB7AD04}" vid="{229230A5-5D58-4AD6-A6F9-E951DED424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1A621F2-4F72-4D03-9533-F4606037C0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B52848-9F15-412E-907E-592D80B16D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45008-BD42-4B24-A6F5-0E1C5879053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clean sophisticated presentation</Template>
  <TotalTime>0</TotalTime>
  <Words>545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Sagona ExtraLight</vt:lpstr>
      <vt:lpstr>Speak Pro</vt:lpstr>
      <vt:lpstr>Office Theme</vt:lpstr>
      <vt:lpstr>Career development learning</vt:lpstr>
      <vt:lpstr>INTRODUCTION OF THE COMPANY</vt:lpstr>
      <vt:lpstr>POSITION AND ROLE IN THE COMPANY</vt:lpstr>
      <vt:lpstr>LEARNING OUTCOMES</vt:lpstr>
      <vt:lpstr>communication</vt:lpstr>
      <vt:lpstr>Team work</vt:lpstr>
      <vt:lpstr>TIME MANAGEMENT</vt:lpstr>
      <vt:lpstr>FIGMA</vt:lpstr>
      <vt:lpstr>FRONTEND</vt:lpstr>
      <vt:lpstr>BACKEND</vt:lpstr>
      <vt:lpstr>Challenges Encountered</vt:lpstr>
      <vt:lpstr>WHAT I ENJOYED</vt:lpstr>
      <vt:lpstr>Future Career plan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2025-06-01T06:02:47Z</dcterms:created>
  <dcterms:modified xsi:type="dcterms:W3CDTF">2025-06-01T07:04:02Z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